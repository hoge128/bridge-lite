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58"/>
  </p:normalViewPr>
  <p:slideViewPr>
    <p:cSldViewPr snapToGrid="0">
      <p:cViewPr>
        <p:scale>
          <a:sx n="72" d="100"/>
          <a:sy n="72" d="100"/>
        </p:scale>
        <p:origin x="5296" y="3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5AF6FF-7B4A-F540-BA60-A64E68F7C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AEE5E9-F432-1A16-4E0A-ACA31A4F8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E176E5-05CB-8509-A27A-CFF31F3D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5457E-8091-34FE-D68B-78225EE9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8F4ECC-8E70-A0F1-C464-6D57739B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804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7CE2D8-9E62-5A44-4FFF-C2299C2F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2FA396-F7B3-9EA2-7DFF-C250AB9B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419AD-A76C-021A-C5E3-14990D7C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B0A0F2-DC3B-3220-67F8-A83BF531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947D-8692-B5FC-C877-CBB14DD1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10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2AD70-D58D-6542-E78E-3A0C6B90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AE4CB-4C6A-7B85-43F0-0ADB1C2E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6F8B04-0113-0487-254C-62E362072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197AF-EFA7-A360-7326-00F6C35B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C32B28-ECBE-BE0C-54C9-383A6E42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71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CA31B-1ED7-DA17-233A-8C48D8F3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E85B25-CECD-B6E2-4F3F-D9F943B45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82D8A8-3F59-B16C-1E76-197295FAF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C5D226-48F3-1046-D404-EF838C71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9AFF73-3CA2-FA16-F88F-FB362062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1AFB19-F5D3-CA38-D819-40389771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4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22E08-7264-7706-0672-8BB66C00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032FF3-A828-FB43-2443-999BB081E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85306B-00AC-6AE3-268E-A76830E54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CA7D05-CABC-9108-5F43-D9BE8B910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1EC9E2-FB64-9269-A486-800827B9F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2D3A47-6B1E-DBA1-C38D-BC47A473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BBBDA59-DF2B-3BB2-1283-30904917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0043B9-3597-1940-4B6C-2361F63A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32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C62AA-34BB-FB6F-B754-EB2C14ED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0984B7-BDA9-2A53-BF84-72BE267D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2E4D38-0030-09BA-7583-E2C23532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C506EF-DE34-5CB4-849F-81AA5B04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1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578723-DBB1-DAF3-07C1-030C8987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0C65444-BCB4-ABE1-B841-E4D4F297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E08D5C-137A-9E43-CB5A-CFC9CA63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57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A47BF-267C-AF93-2037-C832BD5E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509041-B870-32A4-89C8-D5D024EC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692BF4-655F-0174-C4CD-EF5A6538F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6CD87-B55A-9830-F8E0-E05D6CA3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9A4BC8-DC11-03D4-F64B-C94FC26C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D46134-BFA9-6521-8DB0-1956311E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56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9156F-720D-652C-7689-A521B5E4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A4D239-17F2-0F97-96C7-5963D16EB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9C71FB-B780-16D3-9A93-009E42DF3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C17CDC-4818-CEC3-B459-27D0F417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F088C7-F438-5DC0-9DE3-CF30D568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03A2EF-BE59-AD19-3F4C-6F75E5E6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25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2E675C-C2D4-5D79-2538-39BBBE07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9CA4D7-CDDD-73EA-B154-71BFD4E3B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0934E9-03A9-889E-6A36-7855483E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A01873-B43A-DF5D-4FD8-AA2872A1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646A7C-3076-460C-D78A-EF30D7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70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928BB1F-74B4-FC8A-77F3-7D1A841DD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317BDF-128D-0871-F378-9044F2C19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F80068-64D8-A972-ED76-DD18F29C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4D5893-AFF3-7FB1-CF58-56CBA647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302B10-B942-5991-445A-A6CBB64B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19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0B31CE-09E5-7EB7-E8E2-6FC67E62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D5BD28-9816-0DA3-20BE-0AF5A915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6F3876-B5F1-5B5D-A5D7-AD87BAF81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45D17-7F04-5543-AB78-266401F3EA43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BAB3EB-990C-987C-6B23-38FEFAE33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2141EC-F3BE-1B8E-969A-3B5FAFB39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B5DC1-A346-9B4C-90D6-C3CB251DB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28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1B4DE1-C31A-1353-2294-E71DDF2F8E24}"/>
              </a:ext>
            </a:extLst>
          </p:cNvPr>
          <p:cNvSpPr txBox="1"/>
          <p:nvPr/>
        </p:nvSpPr>
        <p:spPr>
          <a:xfrm rot="20700000">
            <a:off x="-2855356" y="-2445558"/>
            <a:ext cx="18442477" cy="13319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  <a:endParaRPr lang="en-US" altLang="ja-JP" sz="3200" dirty="0"/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  <a:endParaRPr lang="en-US" altLang="ja-JP" sz="3200" dirty="0"/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r>
              <a:rPr lang="ja-JP" altLang="en-US" sz="3200"/>
              <a:t>📷️📷️📷️📷️📷️📷️📷️📷️📷️📷️📷️📷️📷️📷️📷️📷️📷️📷️📷️📷️📷️📷️📷️📷️📷️📷️📷️📷️📷️📷️📷️📷️📷️📷️📷️📷️</a:t>
            </a:r>
          </a:p>
          <a:p>
            <a:pPr algn="dist">
              <a:lnSpc>
                <a:spcPct val="150000"/>
              </a:lnSpc>
            </a:pPr>
            <a:endParaRPr lang="ja-JP" altLang="en-US" sz="32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B9773B3-7FAB-9F4E-9169-5E05B8020B9E}"/>
              </a:ext>
            </a:extLst>
          </p:cNvPr>
          <p:cNvSpPr/>
          <p:nvPr/>
        </p:nvSpPr>
        <p:spPr>
          <a:xfrm>
            <a:off x="-2088777" y="-1792941"/>
            <a:ext cx="16369553" cy="9717741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68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ワイド画面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Tsuyoshi Ito</dc:creator>
  <cp:lastModifiedBy>Tsuyoshi Ito</cp:lastModifiedBy>
  <cp:revision>1</cp:revision>
  <dcterms:created xsi:type="dcterms:W3CDTF">2026-04-30T12:04:30Z</dcterms:created>
  <dcterms:modified xsi:type="dcterms:W3CDTF">2026-04-30T12:09:19Z</dcterms:modified>
</cp:coreProperties>
</file>